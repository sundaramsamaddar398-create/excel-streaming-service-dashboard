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6D97A6-9431-4CE7-915D-349D5A123B30}" v="57" dt="2025-09-12T17:53:07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daram Samaddar" userId="4635c10a3c4c9c43" providerId="LiveId" clId="{A54B60A5-882F-4E6B-8F9E-9A5CCB301944}"/>
    <pc:docChg chg="undo custSel addSld modSld">
      <pc:chgData name="Sundaram Samaddar" userId="4635c10a3c4c9c43" providerId="LiveId" clId="{A54B60A5-882F-4E6B-8F9E-9A5CCB301944}" dt="2025-09-12T18:06:03.866" v="1791" actId="20577"/>
      <pc:docMkLst>
        <pc:docMk/>
      </pc:docMkLst>
      <pc:sldChg chg="modSp mod">
        <pc:chgData name="Sundaram Samaddar" userId="4635c10a3c4c9c43" providerId="LiveId" clId="{A54B60A5-882F-4E6B-8F9E-9A5CCB301944}" dt="2025-09-12T18:06:03.866" v="1791" actId="20577"/>
        <pc:sldMkLst>
          <pc:docMk/>
          <pc:sldMk cId="1570265264" sldId="256"/>
        </pc:sldMkLst>
        <pc:spChg chg="mod">
          <ac:chgData name="Sundaram Samaddar" userId="4635c10a3c4c9c43" providerId="LiveId" clId="{A54B60A5-882F-4E6B-8F9E-9A5CCB301944}" dt="2025-09-12T13:50:39.175" v="1585" actId="1076"/>
          <ac:spMkLst>
            <pc:docMk/>
            <pc:sldMk cId="1570265264" sldId="256"/>
            <ac:spMk id="2" creationId="{2831E475-806A-B07D-E88A-11EEE6AA2921}"/>
          </ac:spMkLst>
        </pc:spChg>
        <pc:spChg chg="mod">
          <ac:chgData name="Sundaram Samaddar" userId="4635c10a3c4c9c43" providerId="LiveId" clId="{A54B60A5-882F-4E6B-8F9E-9A5CCB301944}" dt="2025-09-12T18:06:03.866" v="1791" actId="20577"/>
          <ac:spMkLst>
            <pc:docMk/>
            <pc:sldMk cId="1570265264" sldId="256"/>
            <ac:spMk id="3" creationId="{08B60749-1A72-0EE4-B3D4-34059E8BFDC0}"/>
          </ac:spMkLst>
        </pc:spChg>
      </pc:sldChg>
      <pc:sldChg chg="modSp">
        <pc:chgData name="Sundaram Samaddar" userId="4635c10a3c4c9c43" providerId="LiveId" clId="{A54B60A5-882F-4E6B-8F9E-9A5CCB301944}" dt="2025-09-11T20:28:23.923" v="1448"/>
        <pc:sldMkLst>
          <pc:docMk/>
          <pc:sldMk cId="1430352731" sldId="258"/>
        </pc:sldMkLst>
        <pc:spChg chg="mod">
          <ac:chgData name="Sundaram Samaddar" userId="4635c10a3c4c9c43" providerId="LiveId" clId="{A54B60A5-882F-4E6B-8F9E-9A5CCB301944}" dt="2025-09-11T20:28:23.923" v="1448"/>
          <ac:spMkLst>
            <pc:docMk/>
            <pc:sldMk cId="1430352731" sldId="258"/>
            <ac:spMk id="3" creationId="{A270FB6C-315F-7A4A-ED70-33ADCB07E625}"/>
          </ac:spMkLst>
        </pc:spChg>
      </pc:sldChg>
      <pc:sldChg chg="modSp mod">
        <pc:chgData name="Sundaram Samaddar" userId="4635c10a3c4c9c43" providerId="LiveId" clId="{A54B60A5-882F-4E6B-8F9E-9A5CCB301944}" dt="2025-09-12T17:52:54.912" v="1696" actId="20577"/>
        <pc:sldMkLst>
          <pc:docMk/>
          <pc:sldMk cId="154726543" sldId="259"/>
        </pc:sldMkLst>
        <pc:spChg chg="mod">
          <ac:chgData name="Sundaram Samaddar" userId="4635c10a3c4c9c43" providerId="LiveId" clId="{A54B60A5-882F-4E6B-8F9E-9A5CCB301944}" dt="2025-09-12T17:52:54.912" v="1696" actId="20577"/>
          <ac:spMkLst>
            <pc:docMk/>
            <pc:sldMk cId="154726543" sldId="259"/>
            <ac:spMk id="3" creationId="{A714CCC6-6666-AAF3-0AA3-DFDB82250D59}"/>
          </ac:spMkLst>
        </pc:spChg>
      </pc:sldChg>
      <pc:sldChg chg="modSp mod">
        <pc:chgData name="Sundaram Samaddar" userId="4635c10a3c4c9c43" providerId="LiveId" clId="{A54B60A5-882F-4E6B-8F9E-9A5CCB301944}" dt="2025-09-12T18:03:00.869" v="1767" actId="27636"/>
        <pc:sldMkLst>
          <pc:docMk/>
          <pc:sldMk cId="3513917982" sldId="260"/>
        </pc:sldMkLst>
        <pc:spChg chg="mod">
          <ac:chgData name="Sundaram Samaddar" userId="4635c10a3c4c9c43" providerId="LiveId" clId="{A54B60A5-882F-4E6B-8F9E-9A5CCB301944}" dt="2025-09-11T20:28:23.923" v="1448"/>
          <ac:spMkLst>
            <pc:docMk/>
            <pc:sldMk cId="3513917982" sldId="260"/>
            <ac:spMk id="2" creationId="{968D6A99-89C1-E446-7DE8-39A783745562}"/>
          </ac:spMkLst>
        </pc:spChg>
        <pc:spChg chg="mod">
          <ac:chgData name="Sundaram Samaddar" userId="4635c10a3c4c9c43" providerId="LiveId" clId="{A54B60A5-882F-4E6B-8F9E-9A5CCB301944}" dt="2025-09-12T18:03:00.869" v="1767" actId="27636"/>
          <ac:spMkLst>
            <pc:docMk/>
            <pc:sldMk cId="3513917982" sldId="260"/>
            <ac:spMk id="3" creationId="{0B3AC6E4-74A5-D741-39B8-0A0DDAAE8429}"/>
          </ac:spMkLst>
        </pc:spChg>
      </pc:sldChg>
      <pc:sldChg chg="modSp mod">
        <pc:chgData name="Sundaram Samaddar" userId="4635c10a3c4c9c43" providerId="LiveId" clId="{A54B60A5-882F-4E6B-8F9E-9A5CCB301944}" dt="2025-09-11T20:28:23.923" v="1448"/>
        <pc:sldMkLst>
          <pc:docMk/>
          <pc:sldMk cId="2606268662" sldId="261"/>
        </pc:sldMkLst>
        <pc:spChg chg="mod">
          <ac:chgData name="Sundaram Samaddar" userId="4635c10a3c4c9c43" providerId="LiveId" clId="{A54B60A5-882F-4E6B-8F9E-9A5CCB301944}" dt="2025-09-11T20:28:23.923" v="1448"/>
          <ac:spMkLst>
            <pc:docMk/>
            <pc:sldMk cId="2606268662" sldId="261"/>
            <ac:spMk id="3" creationId="{FFDF7AFC-9D78-C30C-EBF4-3EEBDC30CF2B}"/>
          </ac:spMkLst>
        </pc:spChg>
      </pc:sldChg>
      <pc:sldChg chg="modSp mod">
        <pc:chgData name="Sundaram Samaddar" userId="4635c10a3c4c9c43" providerId="LiveId" clId="{A54B60A5-882F-4E6B-8F9E-9A5CCB301944}" dt="2025-09-12T18:03:15.715" v="1778" actId="20577"/>
        <pc:sldMkLst>
          <pc:docMk/>
          <pc:sldMk cId="2592192553" sldId="263"/>
        </pc:sldMkLst>
        <pc:spChg chg="mod">
          <ac:chgData name="Sundaram Samaddar" userId="4635c10a3c4c9c43" providerId="LiveId" clId="{A54B60A5-882F-4E6B-8F9E-9A5CCB301944}" dt="2025-09-11T20:28:23.923" v="1448"/>
          <ac:spMkLst>
            <pc:docMk/>
            <pc:sldMk cId="2592192553" sldId="263"/>
            <ac:spMk id="2" creationId="{03A3C609-FD62-0BDA-AC7B-DC272D84752C}"/>
          </ac:spMkLst>
        </pc:spChg>
        <pc:spChg chg="mod">
          <ac:chgData name="Sundaram Samaddar" userId="4635c10a3c4c9c43" providerId="LiveId" clId="{A54B60A5-882F-4E6B-8F9E-9A5CCB301944}" dt="2025-09-12T18:03:15.715" v="1778" actId="20577"/>
          <ac:spMkLst>
            <pc:docMk/>
            <pc:sldMk cId="2592192553" sldId="263"/>
            <ac:spMk id="3" creationId="{F3256BB4-1F39-094C-6F51-4BF24D85CEB6}"/>
          </ac:spMkLst>
        </pc:spChg>
      </pc:sldChg>
      <pc:sldChg chg="modSp mod">
        <pc:chgData name="Sundaram Samaddar" userId="4635c10a3c4c9c43" providerId="LiveId" clId="{A54B60A5-882F-4E6B-8F9E-9A5CCB301944}" dt="2025-09-11T20:28:23.923" v="1448"/>
        <pc:sldMkLst>
          <pc:docMk/>
          <pc:sldMk cId="4007744435" sldId="264"/>
        </pc:sldMkLst>
        <pc:spChg chg="mod">
          <ac:chgData name="Sundaram Samaddar" userId="4635c10a3c4c9c43" providerId="LiveId" clId="{A54B60A5-882F-4E6B-8F9E-9A5CCB301944}" dt="2025-09-11T20:28:23.923" v="1448"/>
          <ac:spMkLst>
            <pc:docMk/>
            <pc:sldMk cId="4007744435" sldId="264"/>
            <ac:spMk id="2" creationId="{2CBC9AC7-E28B-8EE2-2DB1-53450675BB2B}"/>
          </ac:spMkLst>
        </pc:spChg>
        <pc:spChg chg="mod">
          <ac:chgData name="Sundaram Samaddar" userId="4635c10a3c4c9c43" providerId="LiveId" clId="{A54B60A5-882F-4E6B-8F9E-9A5CCB301944}" dt="2025-09-11T20:28:23.923" v="1448"/>
          <ac:spMkLst>
            <pc:docMk/>
            <pc:sldMk cId="4007744435" sldId="264"/>
            <ac:spMk id="3" creationId="{DBADCE58-ECBF-1C2C-65DC-382EE58BC99E}"/>
          </ac:spMkLst>
        </pc:spChg>
      </pc:sldChg>
      <pc:sldChg chg="modSp new mod">
        <pc:chgData name="Sundaram Samaddar" userId="4635c10a3c4c9c43" providerId="LiveId" clId="{A54B60A5-882F-4E6B-8F9E-9A5CCB301944}" dt="2025-09-11T20:28:23.923" v="1448"/>
        <pc:sldMkLst>
          <pc:docMk/>
          <pc:sldMk cId="3764606655" sldId="265"/>
        </pc:sldMkLst>
        <pc:spChg chg="mod">
          <ac:chgData name="Sundaram Samaddar" userId="4635c10a3c4c9c43" providerId="LiveId" clId="{A54B60A5-882F-4E6B-8F9E-9A5CCB301944}" dt="2025-09-11T20:28:23.923" v="1448"/>
          <ac:spMkLst>
            <pc:docMk/>
            <pc:sldMk cId="3764606655" sldId="265"/>
            <ac:spMk id="2" creationId="{5A3B79FC-221B-11C3-623A-6365B3E20A86}"/>
          </ac:spMkLst>
        </pc:spChg>
        <pc:spChg chg="mod">
          <ac:chgData name="Sundaram Samaddar" userId="4635c10a3c4c9c43" providerId="LiveId" clId="{A54B60A5-882F-4E6B-8F9E-9A5CCB301944}" dt="2025-09-11T20:28:23.923" v="1448"/>
          <ac:spMkLst>
            <pc:docMk/>
            <pc:sldMk cId="3764606655" sldId="265"/>
            <ac:spMk id="3" creationId="{2E62254D-EB75-A776-55FC-ADAC62FCA38B}"/>
          </ac:spMkLst>
        </pc:spChg>
      </pc:sldChg>
      <pc:sldChg chg="modSp new mod">
        <pc:chgData name="Sundaram Samaddar" userId="4635c10a3c4c9c43" providerId="LiveId" clId="{A54B60A5-882F-4E6B-8F9E-9A5CCB301944}" dt="2025-09-12T18:05:03.799" v="1789" actId="20577"/>
        <pc:sldMkLst>
          <pc:docMk/>
          <pc:sldMk cId="1783475565" sldId="266"/>
        </pc:sldMkLst>
        <pc:spChg chg="mod">
          <ac:chgData name="Sundaram Samaddar" userId="4635c10a3c4c9c43" providerId="LiveId" clId="{A54B60A5-882F-4E6B-8F9E-9A5CCB301944}" dt="2025-09-11T20:28:23.923" v="1448"/>
          <ac:spMkLst>
            <pc:docMk/>
            <pc:sldMk cId="1783475565" sldId="266"/>
            <ac:spMk id="2" creationId="{1BB7E062-F5AD-156E-BABF-7E09BB5093E2}"/>
          </ac:spMkLst>
        </pc:spChg>
        <pc:spChg chg="mod">
          <ac:chgData name="Sundaram Samaddar" userId="4635c10a3c4c9c43" providerId="LiveId" clId="{A54B60A5-882F-4E6B-8F9E-9A5CCB301944}" dt="2025-09-12T18:05:03.799" v="1789" actId="20577"/>
          <ac:spMkLst>
            <pc:docMk/>
            <pc:sldMk cId="1783475565" sldId="266"/>
            <ac:spMk id="3" creationId="{EE385F48-CB00-2627-552D-159D3EE418FF}"/>
          </ac:spMkLst>
        </pc:spChg>
      </pc:sldChg>
      <pc:sldChg chg="modSp new mod chgLayout">
        <pc:chgData name="Sundaram Samaddar" userId="4635c10a3c4c9c43" providerId="LiveId" clId="{A54B60A5-882F-4E6B-8F9E-9A5CCB301944}" dt="2025-09-11T20:28:23.923" v="1448"/>
        <pc:sldMkLst>
          <pc:docMk/>
          <pc:sldMk cId="487300786" sldId="267"/>
        </pc:sldMkLst>
        <pc:spChg chg="mod ord">
          <ac:chgData name="Sundaram Samaddar" userId="4635c10a3c4c9c43" providerId="LiveId" clId="{A54B60A5-882F-4E6B-8F9E-9A5CCB301944}" dt="2025-09-11T20:28:23.923" v="1448"/>
          <ac:spMkLst>
            <pc:docMk/>
            <pc:sldMk cId="487300786" sldId="267"/>
            <ac:spMk id="2" creationId="{033ECE80-0FC2-760E-80FD-B8A7D93F2E76}"/>
          </ac:spMkLst>
        </pc:spChg>
        <pc:spChg chg="mod ord">
          <ac:chgData name="Sundaram Samaddar" userId="4635c10a3c4c9c43" providerId="LiveId" clId="{A54B60A5-882F-4E6B-8F9E-9A5CCB301944}" dt="2025-09-11T20:28:23.923" v="1448"/>
          <ac:spMkLst>
            <pc:docMk/>
            <pc:sldMk cId="487300786" sldId="267"/>
            <ac:spMk id="3" creationId="{78F1C190-0BD3-BDD4-F555-61A8428E429A}"/>
          </ac:spMkLst>
        </pc:spChg>
      </pc:sldChg>
      <pc:sldChg chg="addSp delSp modSp new mod modClrScheme chgLayout">
        <pc:chgData name="Sundaram Samaddar" userId="4635c10a3c4c9c43" providerId="LiveId" clId="{A54B60A5-882F-4E6B-8F9E-9A5CCB301944}" dt="2025-09-11T20:28:23.923" v="1448"/>
        <pc:sldMkLst>
          <pc:docMk/>
          <pc:sldMk cId="233513938" sldId="268"/>
        </pc:sldMkLst>
        <pc:spChg chg="mod ord">
          <ac:chgData name="Sundaram Samaddar" userId="4635c10a3c4c9c43" providerId="LiveId" clId="{A54B60A5-882F-4E6B-8F9E-9A5CCB301944}" dt="2025-09-11T20:28:23.923" v="1448"/>
          <ac:spMkLst>
            <pc:docMk/>
            <pc:sldMk cId="233513938" sldId="268"/>
            <ac:spMk id="2" creationId="{1DC51A51-F5E7-3164-CAB5-29410C047506}"/>
          </ac:spMkLst>
        </pc:spChg>
        <pc:spChg chg="del mod">
          <ac:chgData name="Sundaram Samaddar" userId="4635c10a3c4c9c43" providerId="LiveId" clId="{A54B60A5-882F-4E6B-8F9E-9A5CCB301944}" dt="2025-09-11T20:07:51.487" v="919" actId="478"/>
          <ac:spMkLst>
            <pc:docMk/>
            <pc:sldMk cId="233513938" sldId="268"/>
            <ac:spMk id="3" creationId="{B9A6D972-6B53-B63A-CA33-383D40455E95}"/>
          </ac:spMkLst>
        </pc:spChg>
        <pc:spChg chg="add mod">
          <ac:chgData name="Sundaram Samaddar" userId="4635c10a3c4c9c43" providerId="LiveId" clId="{A54B60A5-882F-4E6B-8F9E-9A5CCB301944}" dt="2025-09-11T20:12:55.105" v="995" actId="1038"/>
          <ac:spMkLst>
            <pc:docMk/>
            <pc:sldMk cId="233513938" sldId="268"/>
            <ac:spMk id="23" creationId="{4B88C521-0CF5-14F2-E3AD-33A401FCC3CB}"/>
          </ac:spMkLst>
        </pc:spChg>
        <pc:spChg chg="add mod">
          <ac:chgData name="Sundaram Samaddar" userId="4635c10a3c4c9c43" providerId="LiveId" clId="{A54B60A5-882F-4E6B-8F9E-9A5CCB301944}" dt="2025-09-11T20:17:05.229" v="1225" actId="14100"/>
          <ac:spMkLst>
            <pc:docMk/>
            <pc:sldMk cId="233513938" sldId="268"/>
            <ac:spMk id="24" creationId="{03C25B8C-3988-0ECB-3E42-1D3C8E1EEAC7}"/>
          </ac:spMkLst>
        </pc:spChg>
        <pc:spChg chg="add mod">
          <ac:chgData name="Sundaram Samaddar" userId="4635c10a3c4c9c43" providerId="LiveId" clId="{A54B60A5-882F-4E6B-8F9E-9A5CCB301944}" dt="2025-09-11T20:20:59.933" v="1346" actId="1076"/>
          <ac:spMkLst>
            <pc:docMk/>
            <pc:sldMk cId="233513938" sldId="268"/>
            <ac:spMk id="25" creationId="{2441A550-E319-A21E-28BA-52AD11EF996D}"/>
          </ac:spMkLst>
        </pc:spChg>
        <pc:spChg chg="add mod">
          <ac:chgData name="Sundaram Samaddar" userId="4635c10a3c4c9c43" providerId="LiveId" clId="{A54B60A5-882F-4E6B-8F9E-9A5CCB301944}" dt="2025-09-11T20:24:23.879" v="1397" actId="20577"/>
          <ac:spMkLst>
            <pc:docMk/>
            <pc:sldMk cId="233513938" sldId="268"/>
            <ac:spMk id="26" creationId="{993DDFEA-B2DB-D14C-B0E7-35A0608E1E57}"/>
          </ac:spMkLst>
        </pc:spChg>
        <pc:spChg chg="add mod">
          <ac:chgData name="Sundaram Samaddar" userId="4635c10a3c4c9c43" providerId="LiveId" clId="{A54B60A5-882F-4E6B-8F9E-9A5CCB301944}" dt="2025-09-11T20:23:40.277" v="1363" actId="164"/>
          <ac:spMkLst>
            <pc:docMk/>
            <pc:sldMk cId="233513938" sldId="268"/>
            <ac:spMk id="37" creationId="{43B54E9A-545D-E7D5-C4A3-A023C2093E9A}"/>
          </ac:spMkLst>
        </pc:spChg>
        <pc:spChg chg="add mod">
          <ac:chgData name="Sundaram Samaddar" userId="4635c10a3c4c9c43" providerId="LiveId" clId="{A54B60A5-882F-4E6B-8F9E-9A5CCB301944}" dt="2025-09-11T20:23:40.277" v="1363" actId="164"/>
          <ac:spMkLst>
            <pc:docMk/>
            <pc:sldMk cId="233513938" sldId="268"/>
            <ac:spMk id="38" creationId="{1A3A17A5-6EDD-A486-7377-26AB1A7F9696}"/>
          </ac:spMkLst>
        </pc:spChg>
        <pc:spChg chg="add mod">
          <ac:chgData name="Sundaram Samaddar" userId="4635c10a3c4c9c43" providerId="LiveId" clId="{A54B60A5-882F-4E6B-8F9E-9A5CCB301944}" dt="2025-09-11T20:22:50.804" v="1359" actId="13822"/>
          <ac:spMkLst>
            <pc:docMk/>
            <pc:sldMk cId="233513938" sldId="268"/>
            <ac:spMk id="39" creationId="{960B2098-93C9-F9B8-8266-56A4525D9951}"/>
          </ac:spMkLst>
        </pc:spChg>
        <pc:spChg chg="add mod">
          <ac:chgData name="Sundaram Samaddar" userId="4635c10a3c4c9c43" providerId="LiveId" clId="{A54B60A5-882F-4E6B-8F9E-9A5CCB301944}" dt="2025-09-11T20:24:56.521" v="1427" actId="20577"/>
          <ac:spMkLst>
            <pc:docMk/>
            <pc:sldMk cId="233513938" sldId="268"/>
            <ac:spMk id="41" creationId="{81EDDBF9-6EBB-0303-A3F8-9419A0574226}"/>
          </ac:spMkLst>
        </pc:spChg>
        <pc:grpChg chg="add mod">
          <ac:chgData name="Sundaram Samaddar" userId="4635c10a3c4c9c43" providerId="LiveId" clId="{A54B60A5-882F-4E6B-8F9E-9A5CCB301944}" dt="2025-09-11T20:23:40.277" v="1363" actId="164"/>
          <ac:grpSpMkLst>
            <pc:docMk/>
            <pc:sldMk cId="233513938" sldId="268"/>
            <ac:grpSpMk id="40" creationId="{F426617A-F00B-E2DF-DA73-4FC1783BFF3E}"/>
          </ac:grpSpMkLst>
        </pc:grpChg>
        <pc:picChg chg="add mod">
          <ac:chgData name="Sundaram Samaddar" userId="4635c10a3c4c9c43" providerId="LiveId" clId="{A54B60A5-882F-4E6B-8F9E-9A5CCB301944}" dt="2025-09-11T20:12:32.015" v="982" actId="1076"/>
          <ac:picMkLst>
            <pc:docMk/>
            <pc:sldMk cId="233513938" sldId="268"/>
            <ac:picMk id="5" creationId="{6747D516-263E-84DA-BF78-E8F475D7F5B6}"/>
          </ac:picMkLst>
        </pc:picChg>
        <pc:cxnChg chg="add del">
          <ac:chgData name="Sundaram Samaddar" userId="4635c10a3c4c9c43" providerId="LiveId" clId="{A54B60A5-882F-4E6B-8F9E-9A5CCB301944}" dt="2025-09-11T20:09:31.650" v="935" actId="11529"/>
          <ac:cxnSpMkLst>
            <pc:docMk/>
            <pc:sldMk cId="233513938" sldId="268"/>
            <ac:cxnSpMk id="7" creationId="{BC088AAD-DEFE-837B-DCAF-1277893C5A2F}"/>
          </ac:cxnSpMkLst>
        </pc:cxnChg>
        <pc:cxnChg chg="add del">
          <ac:chgData name="Sundaram Samaddar" userId="4635c10a3c4c9c43" providerId="LiveId" clId="{A54B60A5-882F-4E6B-8F9E-9A5CCB301944}" dt="2025-09-11T20:09:52.632" v="937" actId="11529"/>
          <ac:cxnSpMkLst>
            <pc:docMk/>
            <pc:sldMk cId="233513938" sldId="268"/>
            <ac:cxnSpMk id="9" creationId="{968DB194-9429-5DBC-BBA1-3E336ED370CF}"/>
          </ac:cxnSpMkLst>
        </pc:cxnChg>
        <pc:cxnChg chg="add del mod">
          <ac:chgData name="Sundaram Samaddar" userId="4635c10a3c4c9c43" providerId="LiveId" clId="{A54B60A5-882F-4E6B-8F9E-9A5CCB301944}" dt="2025-09-11T20:11:19.783" v="967" actId="11529"/>
          <ac:cxnSpMkLst>
            <pc:docMk/>
            <pc:sldMk cId="233513938" sldId="268"/>
            <ac:cxnSpMk id="11" creationId="{6162B86C-FC98-AC07-93A6-708C5D018586}"/>
          </ac:cxnSpMkLst>
        </pc:cxnChg>
        <pc:cxnChg chg="add del mod">
          <ac:chgData name="Sundaram Samaddar" userId="4635c10a3c4c9c43" providerId="LiveId" clId="{A54B60A5-882F-4E6B-8F9E-9A5CCB301944}" dt="2025-09-11T20:10:23.058" v="941" actId="11529"/>
          <ac:cxnSpMkLst>
            <pc:docMk/>
            <pc:sldMk cId="233513938" sldId="268"/>
            <ac:cxnSpMk id="14" creationId="{637CFC29-E564-C78E-A065-C874F2C9AF44}"/>
          </ac:cxnSpMkLst>
        </pc:cxnChg>
        <pc:cxnChg chg="add mod">
          <ac:chgData name="Sundaram Samaddar" userId="4635c10a3c4c9c43" providerId="LiveId" clId="{A54B60A5-882F-4E6B-8F9E-9A5CCB301944}" dt="2025-09-11T20:11:17.363" v="963" actId="14100"/>
          <ac:cxnSpMkLst>
            <pc:docMk/>
            <pc:sldMk cId="233513938" sldId="268"/>
            <ac:cxnSpMk id="15" creationId="{A437B983-6EFE-5528-9D40-6C45EE2F9C2A}"/>
          </ac:cxnSpMkLst>
        </pc:cxnChg>
        <pc:cxnChg chg="add mod">
          <ac:chgData name="Sundaram Samaddar" userId="4635c10a3c4c9c43" providerId="LiveId" clId="{A54B60A5-882F-4E6B-8F9E-9A5CCB301944}" dt="2025-09-11T20:11:16.973" v="961" actId="1076"/>
          <ac:cxnSpMkLst>
            <pc:docMk/>
            <pc:sldMk cId="233513938" sldId="268"/>
            <ac:cxnSpMk id="16" creationId="{6D653765-A92E-8B9A-3258-70FFA9DA0F95}"/>
          </ac:cxnSpMkLst>
        </pc:cxnChg>
        <pc:cxnChg chg="add mod">
          <ac:chgData name="Sundaram Samaddar" userId="4635c10a3c4c9c43" providerId="LiveId" clId="{A54B60A5-882F-4E6B-8F9E-9A5CCB301944}" dt="2025-09-11T20:11:16.769" v="960" actId="1076"/>
          <ac:cxnSpMkLst>
            <pc:docMk/>
            <pc:sldMk cId="233513938" sldId="268"/>
            <ac:cxnSpMk id="17" creationId="{5890016F-D32E-786D-DDBD-E00BD342F2FD}"/>
          </ac:cxnSpMkLst>
        </pc:cxnChg>
        <pc:cxnChg chg="add mod">
          <ac:chgData name="Sundaram Samaddar" userId="4635c10a3c4c9c43" providerId="LiveId" clId="{A54B60A5-882F-4E6B-8F9E-9A5CCB301944}" dt="2025-09-11T20:11:17.791" v="965" actId="1076"/>
          <ac:cxnSpMkLst>
            <pc:docMk/>
            <pc:sldMk cId="233513938" sldId="268"/>
            <ac:cxnSpMk id="18" creationId="{A340C15C-64AE-497D-1837-18983E129F4C}"/>
          </ac:cxnSpMkLst>
        </pc:cxnChg>
        <pc:cxnChg chg="add del mod">
          <ac:chgData name="Sundaram Samaddar" userId="4635c10a3c4c9c43" providerId="LiveId" clId="{A54B60A5-882F-4E6B-8F9E-9A5CCB301944}" dt="2025-09-11T20:19:20.566" v="1331" actId="478"/>
          <ac:cxnSpMkLst>
            <pc:docMk/>
            <pc:sldMk cId="233513938" sldId="268"/>
            <ac:cxnSpMk id="28" creationId="{4F7B0C8D-4E03-DCE2-D7C8-A2387D864CA3}"/>
          </ac:cxnSpMkLst>
        </pc:cxnChg>
        <pc:cxnChg chg="add del mod">
          <ac:chgData name="Sundaram Samaddar" userId="4635c10a3c4c9c43" providerId="LiveId" clId="{A54B60A5-882F-4E6B-8F9E-9A5CCB301944}" dt="2025-09-11T20:19:52.340" v="1336" actId="478"/>
          <ac:cxnSpMkLst>
            <pc:docMk/>
            <pc:sldMk cId="233513938" sldId="268"/>
            <ac:cxnSpMk id="34" creationId="{061785B2-3FFB-7A28-52D6-318488193CF4}"/>
          </ac:cxnSpMkLst>
        </pc:cxnChg>
      </pc:sldChg>
      <pc:sldChg chg="modSp new mod">
        <pc:chgData name="Sundaram Samaddar" userId="4635c10a3c4c9c43" providerId="LiveId" clId="{A54B60A5-882F-4E6B-8F9E-9A5CCB301944}" dt="2025-09-12T13:50:22.603" v="1580" actId="1076"/>
        <pc:sldMkLst>
          <pc:docMk/>
          <pc:sldMk cId="1590986181" sldId="269"/>
        </pc:sldMkLst>
        <pc:spChg chg="mod">
          <ac:chgData name="Sundaram Samaddar" userId="4635c10a3c4c9c43" providerId="LiveId" clId="{A54B60A5-882F-4E6B-8F9E-9A5CCB301944}" dt="2025-09-12T13:50:22.603" v="1580" actId="1076"/>
          <ac:spMkLst>
            <pc:docMk/>
            <pc:sldMk cId="1590986181" sldId="269"/>
            <ac:spMk id="2" creationId="{B1D44C0C-CB85-842A-426C-FD14FD5B5CE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69703-0AA6-4E5B-83A8-CCA89A4772BF}" type="datetimeFigureOut">
              <a:rPr lang="en-IN" smtClean="0"/>
              <a:t>17-09-2025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AB525-BD52-4EED-BDED-116429B6B39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2928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69703-0AA6-4E5B-83A8-CCA89A4772BF}" type="datetimeFigureOut">
              <a:rPr lang="en-IN" smtClean="0"/>
              <a:t>17-09-2025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AB525-BD52-4EED-BDED-116429B6B39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19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69703-0AA6-4E5B-83A8-CCA89A4772BF}" type="datetimeFigureOut">
              <a:rPr lang="en-IN" smtClean="0"/>
              <a:t>17-09-2025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AB525-BD52-4EED-BDED-116429B6B39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2439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69703-0AA6-4E5B-83A8-CCA89A4772BF}" type="datetimeFigureOut">
              <a:rPr lang="en-IN" smtClean="0"/>
              <a:t>17-09-2025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AB525-BD52-4EED-BDED-116429B6B39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6332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69703-0AA6-4E5B-83A8-CCA89A4772BF}" type="datetimeFigureOut">
              <a:rPr lang="en-IN" smtClean="0"/>
              <a:t>17-09-2025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AB525-BD52-4EED-BDED-116429B6B39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6792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69703-0AA6-4E5B-83A8-CCA89A4772BF}" type="datetimeFigureOut">
              <a:rPr lang="en-IN" smtClean="0"/>
              <a:t>17-09-2025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AB525-BD52-4EED-BDED-116429B6B39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5972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69703-0AA6-4E5B-83A8-CCA89A4772BF}" type="datetimeFigureOut">
              <a:rPr lang="en-IN" smtClean="0"/>
              <a:t>17-09-2025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AB525-BD52-4EED-BDED-116429B6B39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3961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69703-0AA6-4E5B-83A8-CCA89A4772BF}" type="datetimeFigureOut">
              <a:rPr lang="en-IN" smtClean="0"/>
              <a:t>17-09-2025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AB525-BD52-4EED-BDED-116429B6B39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9849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69703-0AA6-4E5B-83A8-CCA89A4772BF}" type="datetimeFigureOut">
              <a:rPr lang="en-IN" smtClean="0"/>
              <a:t>17-09-2025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AB525-BD52-4EED-BDED-116429B6B39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204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69703-0AA6-4E5B-83A8-CCA89A4772BF}" type="datetimeFigureOut">
              <a:rPr lang="en-IN" smtClean="0"/>
              <a:t>17-09-2025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AB525-BD52-4EED-BDED-116429B6B39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0589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69703-0AA6-4E5B-83A8-CCA89A4772BF}" type="datetimeFigureOut">
              <a:rPr lang="en-IN" smtClean="0"/>
              <a:t>17-09-2025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AB525-BD52-4EED-BDED-116429B6B39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4825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969703-0AA6-4E5B-83A8-CCA89A4772BF}" type="datetimeFigureOut">
              <a:rPr lang="en-IN" smtClean="0"/>
              <a:t>17-09-2025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AB525-BD52-4EED-BDED-116429B6B39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247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1E475-806A-B07D-E88A-11EEE6AA2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320" y="2092959"/>
            <a:ext cx="10474960" cy="898843"/>
          </a:xfrm>
        </p:spPr>
        <p:txBody>
          <a:bodyPr>
            <a:normAutofit fontScale="90000"/>
          </a:bodyPr>
          <a:lstStyle/>
          <a:p>
            <a:r>
              <a:rPr lang="en-US" dirty="0"/>
              <a:t>Streaming Service User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60749-1A72-0EE4-B3D4-34059E8BFD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/>
              <a:t>MS Excel Data Analysis Assignment</a:t>
            </a:r>
          </a:p>
          <a:p>
            <a:pPr algn="r"/>
            <a:r>
              <a:rPr lang="en-IN" dirty="0"/>
              <a:t>By: Sundaram Samaddar</a:t>
            </a:r>
          </a:p>
          <a:p>
            <a:pPr algn="r"/>
            <a:r>
              <a:rPr lang="en-IN" dirty="0"/>
              <a:t>Date: 17-09-2025</a:t>
            </a:r>
          </a:p>
        </p:txBody>
      </p:sp>
    </p:spTree>
    <p:extLst>
      <p:ext uri="{BB962C8B-B14F-4D97-AF65-F5344CB8AC3E}">
        <p14:creationId xmlns:p14="http://schemas.microsoft.com/office/powerpoint/2010/main" val="1570265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378BD-5784-331A-A784-D69DFFCDE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647"/>
            <a:ext cx="10515600" cy="1325563"/>
          </a:xfrm>
        </p:spPr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61574F-2C6A-AD94-6475-A79FF4708152}"/>
              </a:ext>
            </a:extLst>
          </p:cNvPr>
          <p:cNvSpPr txBox="1"/>
          <p:nvPr/>
        </p:nvSpPr>
        <p:spPr>
          <a:xfrm>
            <a:off x="625577" y="1639279"/>
            <a:ext cx="10728223" cy="341324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30400" lvl="0" indent="-2304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Objective: Transform raw streaming service data into interactive and user-friendly dashboards.</a:t>
            </a:r>
          </a:p>
          <a:p>
            <a:pPr marL="230400" lvl="0" indent="-2304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Tools Used: MS Excel.</a:t>
            </a:r>
          </a:p>
          <a:p>
            <a:pPr marL="230400" indent="-2304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Source Files: </a:t>
            </a:r>
          </a:p>
          <a:p>
            <a:pPr marL="687600" lvl="2" indent="-2304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+mj-lt"/>
              <a:buAutoNum type="alphaLcPeriod"/>
            </a:pPr>
            <a:r>
              <a:rPr lang="en-US" altLang="en-US" sz="2400" dirty="0"/>
              <a:t> 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treaming_service_data.xlsx (Raw Data)</a:t>
            </a:r>
          </a:p>
          <a:p>
            <a:pPr marL="687600" lvl="2" indent="-2304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+mj-lt"/>
              <a:buAutoNum type="alphaL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Streaming Service User Analysis.pdf (Instructions)</a:t>
            </a:r>
          </a:p>
          <a:p>
            <a:pPr marL="230400" indent="-230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sz="2800" dirty="0"/>
              <a:t>Final Dashboard File: </a:t>
            </a:r>
          </a:p>
          <a:p>
            <a:pPr marL="687600" lvl="2" indent="-230400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</a:pPr>
            <a:r>
              <a:rPr lang="en-IN" sz="2400" dirty="0"/>
              <a:t> SundaramSamaddar_CPDA_6.xlsx</a:t>
            </a:r>
          </a:p>
        </p:txBody>
      </p:sp>
    </p:spTree>
    <p:extLst>
      <p:ext uri="{BB962C8B-B14F-4D97-AF65-F5344CB8AC3E}">
        <p14:creationId xmlns:p14="http://schemas.microsoft.com/office/powerpoint/2010/main" val="278843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ECE24-A552-C1C1-A636-A2F0238B1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479"/>
            <a:ext cx="10515600" cy="1325563"/>
          </a:xfrm>
        </p:spPr>
        <p:txBody>
          <a:bodyPr/>
          <a:lstStyle/>
          <a:p>
            <a:r>
              <a:rPr lang="en-IN" dirty="0"/>
              <a:t>STEP 1. 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0FB6C-315F-7A4A-ED70-33ADCB07E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check if any data is missing or not, COUNTBLANK() function was applied.</a:t>
            </a:r>
          </a:p>
          <a:p>
            <a:r>
              <a:rPr lang="en-IN" dirty="0"/>
              <a:t>Key Fields were analysed like: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IN" dirty="0"/>
              <a:t>User Demographics: Age Groups, Country, Language.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IN" dirty="0"/>
              <a:t>Engagement Metrics: Watch Hours, Favourite Genre, Device (Active and First), Total Movies and Series, Primary Watch Time, Average Ratings, etc. 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IN" dirty="0"/>
              <a:t>Subscriptions Details: Monthly Price, Payment Method, Loyalty Points.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0352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446C-84E6-BAA3-A35E-D9750938F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93" y="362411"/>
            <a:ext cx="10515600" cy="1325563"/>
          </a:xfrm>
        </p:spPr>
        <p:txBody>
          <a:bodyPr/>
          <a:lstStyle/>
          <a:p>
            <a:r>
              <a:rPr lang="en-IN" dirty="0"/>
              <a:t>Step 2. Data Cleaning &amp;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4CCC6-6666-AAF3-0AA3-DFDB82250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2994"/>
            <a:ext cx="10931013" cy="413451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Data formats were normalized for </a:t>
            </a:r>
            <a:r>
              <a:rPr lang="en-IN" b="1" dirty="0"/>
              <a:t>Numbers</a:t>
            </a:r>
            <a:r>
              <a:rPr lang="en-IN" dirty="0"/>
              <a:t>, </a:t>
            </a:r>
            <a:r>
              <a:rPr lang="en-IN" b="1" dirty="0"/>
              <a:t>Text</a:t>
            </a:r>
            <a:r>
              <a:rPr lang="en-IN" dirty="0"/>
              <a:t>, and </a:t>
            </a:r>
            <a:r>
              <a:rPr lang="en-IN" b="1" dirty="0"/>
              <a:t>Date</a:t>
            </a:r>
            <a:r>
              <a:rPr lang="en-IN" dirty="0"/>
              <a:t>.</a:t>
            </a:r>
          </a:p>
          <a:p>
            <a:r>
              <a:rPr lang="en-IN" dirty="0"/>
              <a:t>Date formats were rearranged using </a:t>
            </a:r>
            <a:r>
              <a:rPr lang="en-IN" b="1" dirty="0"/>
              <a:t>TEXT TO COLUMN</a:t>
            </a:r>
            <a:r>
              <a:rPr lang="en-IN" dirty="0"/>
              <a:t> option in data tab to </a:t>
            </a:r>
            <a:r>
              <a:rPr lang="en-IN" b="1" dirty="0"/>
              <a:t>DMY</a:t>
            </a:r>
            <a:r>
              <a:rPr lang="en-IN" dirty="0"/>
              <a:t> format as some entries were following MDY format while rest DMY format.</a:t>
            </a:r>
          </a:p>
          <a:p>
            <a:r>
              <a:rPr lang="en-IN" dirty="0"/>
              <a:t>Columns added for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IN" dirty="0"/>
              <a:t>Join_Date_month: (TEXT(DATE,”MMM”)), 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IN" dirty="0"/>
              <a:t>Join_Date_Year: (TEXT(DATE,”YYY”)), 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IN" dirty="0"/>
              <a:t>Last_Login_Month: (TEXT(DATE,”MMM”)), 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IN" dirty="0"/>
              <a:t>Active_Days: (ABS(Last_Login_Date - Join_Date_Date))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IN" dirty="0"/>
              <a:t>Average_Watch_Hours: (Watch_Hours/(Min(Join_date)- Max(Last_login))</a:t>
            </a:r>
          </a:p>
          <a:p>
            <a:pPr marL="914400" lvl="1" indent="-457200">
              <a:buFont typeface="+mj-lt"/>
              <a:buAutoNum type="arabicParenR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726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6A99-89C1-E446-7DE8-39A783745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2. Data Cleaning &amp; Error Handling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AC6E4-74A5-D741-39B8-0A0DDAAE8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0425"/>
            <a:ext cx="10515600" cy="3591950"/>
          </a:xfrm>
        </p:spPr>
        <p:txBody>
          <a:bodyPr>
            <a:normAutofit/>
          </a:bodyPr>
          <a:lstStyle/>
          <a:p>
            <a:r>
              <a:rPr lang="en-IN" b="1" dirty="0"/>
              <a:t>Column Headings</a:t>
            </a:r>
            <a:r>
              <a:rPr lang="en-IN" dirty="0"/>
              <a:t> were marked Bold (Ctrl+B) and Column width was adjusted using </a:t>
            </a:r>
            <a:r>
              <a:rPr lang="en-IN" b="1" dirty="0"/>
              <a:t>Format option</a:t>
            </a:r>
            <a:r>
              <a:rPr lang="en-IN" dirty="0"/>
              <a:t> and </a:t>
            </a:r>
            <a:r>
              <a:rPr lang="en-IN" b="1" dirty="0"/>
              <a:t>Wrap Text </a:t>
            </a:r>
            <a:r>
              <a:rPr lang="en-IN" dirty="0"/>
              <a:t>option in Home tab.</a:t>
            </a:r>
          </a:p>
          <a:p>
            <a:r>
              <a:rPr lang="en-IN" dirty="0"/>
              <a:t>Column Headings were freezed using </a:t>
            </a:r>
            <a:r>
              <a:rPr lang="en-IN" b="1" dirty="0"/>
              <a:t>Freeze Panes</a:t>
            </a:r>
            <a:r>
              <a:rPr lang="en-IN" dirty="0"/>
              <a:t> option in View tab.</a:t>
            </a:r>
          </a:p>
          <a:p>
            <a:r>
              <a:rPr lang="en-IN" dirty="0"/>
              <a:t>Outliers were marked in Average_Watch_Hours for value greater than 12 hours per day using </a:t>
            </a:r>
            <a:r>
              <a:rPr lang="en-IN" b="1" dirty="0"/>
              <a:t>Conditional Formatting</a:t>
            </a:r>
            <a:r>
              <a:rPr lang="en-IN" dirty="0"/>
              <a:t> option in Home tab.</a:t>
            </a:r>
          </a:p>
          <a:p>
            <a:r>
              <a:rPr lang="en-IN" dirty="0"/>
              <a:t>Converted the Range to </a:t>
            </a:r>
            <a:r>
              <a:rPr lang="en-IN" b="1" dirty="0"/>
              <a:t>Table</a:t>
            </a:r>
            <a:r>
              <a:rPr lang="en-IN" dirty="0"/>
              <a:t> using Table option in Insert tab.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3917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5D5D-FD0D-C211-2AEA-5AF6F18C9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187" y="109487"/>
            <a:ext cx="10515600" cy="1028433"/>
          </a:xfrm>
        </p:spPr>
        <p:txBody>
          <a:bodyPr/>
          <a:lstStyle/>
          <a:p>
            <a:r>
              <a:rPr lang="en-IN" dirty="0"/>
              <a:t>Step 3. Data Summarization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F7AFC-9D78-C30C-EBF4-3EEBDC30C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7920"/>
            <a:ext cx="10515600" cy="5375623"/>
          </a:xfrm>
        </p:spPr>
        <p:txBody>
          <a:bodyPr>
            <a:normAutofit lnSpcReduction="10000"/>
          </a:bodyPr>
          <a:lstStyle/>
          <a:p>
            <a:r>
              <a:rPr lang="en-IN" dirty="0"/>
              <a:t>Summarization of Matrices were prepared using </a:t>
            </a:r>
            <a:r>
              <a:rPr lang="en-IN" b="1" dirty="0"/>
              <a:t>PIVOT TABLE</a:t>
            </a:r>
            <a:r>
              <a:rPr lang="en-IN" dirty="0"/>
              <a:t> option in Insert tab.</a:t>
            </a:r>
          </a:p>
          <a:p>
            <a:r>
              <a:rPr lang="en-IN" dirty="0"/>
              <a:t>Key Matrices were divided into 5 parts (each in sperate sheet in the same workbook) with each having multiple matrices: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IN" b="1" u="sng" dirty="0"/>
              <a:t>Subscription &amp; Revenue Analysis:</a:t>
            </a:r>
            <a:r>
              <a:rPr lang="en-IN" dirty="0"/>
              <a:t> 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IN" dirty="0"/>
              <a:t>Total User Counts.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IN" dirty="0"/>
              <a:t>Total Revenue generated per month.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IN" dirty="0"/>
              <a:t>Distribution of users across different price tiers.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IN" dirty="0"/>
              <a:t>Monthly revenue based on different price tiers.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IN" b="1" u="sng" dirty="0"/>
              <a:t>User Engagement Metrics: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Total watch hours by users.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Average watch hours per user across different age tiers.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Average of total movies vs. average of series watched per user across different age tiers.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Impact of recommended content on engagement by their watch hours across different age tiers.</a:t>
            </a:r>
          </a:p>
          <a:p>
            <a:pPr marL="914400" lvl="2" indent="0">
              <a:buNone/>
            </a:pP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2606268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FDAB5-23DC-26F3-1511-496A64BAE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158875"/>
          </a:xfrm>
        </p:spPr>
        <p:txBody>
          <a:bodyPr/>
          <a:lstStyle/>
          <a:p>
            <a:r>
              <a:rPr lang="en-IN" dirty="0"/>
              <a:t>Step 3. Data Summarization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DCC8A-E07E-DF7F-F662-7DA14177D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305"/>
            <a:ext cx="10515600" cy="4849495"/>
          </a:xfrm>
        </p:spPr>
        <p:txBody>
          <a:bodyPr/>
          <a:lstStyle/>
          <a:p>
            <a:pPr marL="914400" lvl="1" indent="-457200">
              <a:buFont typeface="+mj-lt"/>
              <a:buAutoNum type="alphaUcPeriod" startAt="3"/>
            </a:pPr>
            <a:r>
              <a:rPr lang="en-IN" b="1" u="sng" dirty="0"/>
              <a:t>Demographic &amp; Behavioural Insights: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Count of users for preferred genres by age tiers.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IN" dirty="0"/>
              <a:t>Device usage trends across different age tiers:</a:t>
            </a:r>
          </a:p>
          <a:p>
            <a:pPr marL="1885950" lvl="3" indent="-514350">
              <a:buFont typeface="+mj-lt"/>
              <a:buAutoNum type="alphaLcPeriod"/>
            </a:pPr>
            <a:r>
              <a:rPr lang="en-IN" dirty="0"/>
              <a:t>By device preference</a:t>
            </a:r>
          </a:p>
          <a:p>
            <a:pPr marL="1885950" lvl="3" indent="-514350">
              <a:buFont typeface="+mj-lt"/>
              <a:buAutoNum type="alphaLcPeriod"/>
            </a:pPr>
            <a:r>
              <a:rPr lang="en-IN" dirty="0"/>
              <a:t>By number(s) of device.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IN" dirty="0"/>
              <a:t>Count of users by their peak watch time.</a:t>
            </a:r>
          </a:p>
          <a:p>
            <a:pPr marL="971550" lvl="1" indent="-514350">
              <a:buFont typeface="+mj-lt"/>
              <a:buAutoNum type="alphaUcPeriod" startAt="3"/>
            </a:pPr>
            <a:r>
              <a:rPr lang="en-IN" b="1" u="sng" dirty="0"/>
              <a:t>Retention &amp; Loyalty: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Total loyalty points distributed to users.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Count of users for downloaded content.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Count of users with their membership status (Active vs. Inactive).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IN" dirty="0"/>
              <a:t>Percentage of loyalty points distributed across different age tiers and price tiers.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Count of users for frequency of logins (last login month) and content downloads.</a:t>
            </a:r>
            <a:endParaRPr lang="en-IN" dirty="0"/>
          </a:p>
          <a:p>
            <a:pPr marL="1428750" lvl="2" indent="-514350">
              <a:buFont typeface="+mj-lt"/>
              <a:buAutoNum type="romanL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160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3C609-FD62-0BDA-AC7B-DC272D847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3. Data Summarization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56BB4-1F39-094C-6F51-4BF24D85C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buFont typeface="+mj-lt"/>
              <a:buAutoNum type="alphaUcPeriod" startAt="5"/>
            </a:pPr>
            <a:r>
              <a:rPr lang="en-IN" b="1" u="sng" dirty="0"/>
              <a:t>Payment Preferences &amp; Regional Trends: 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Average rating by users.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Count of users for their preferred payment method by region.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Count of users subscribed per </a:t>
            </a:r>
            <a:r>
              <a:rPr lang="en-IN" dirty="0"/>
              <a:t>country.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User Impact on language preferences and their correlation with total watch hour and average of average watch hour.</a:t>
            </a:r>
            <a:endParaRPr lang="en-IN" dirty="0"/>
          </a:p>
          <a:p>
            <a:pPr marL="914400" lvl="2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2192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C9AC7-E28B-8EE2-2DB1-53450675B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4. Data Visualisation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DCE58-ECBF-1C2C-65DC-382EE58B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After the summarisation then came the visualisation part.</a:t>
            </a:r>
          </a:p>
          <a:p>
            <a:r>
              <a:rPr lang="en-IN" dirty="0"/>
              <a:t>Pivot charts were formed by selecting the pivot table I want to visualise then selecting the required chart in PIVOTCHART option in </a:t>
            </a:r>
            <a:r>
              <a:rPr lang="en-IN" b="1" dirty="0"/>
              <a:t>PivotTable Analyze</a:t>
            </a:r>
            <a:r>
              <a:rPr lang="en-IN" dirty="0"/>
              <a:t> tab.</a:t>
            </a:r>
          </a:p>
          <a:p>
            <a:r>
              <a:rPr lang="en-IN" b="1" dirty="0"/>
              <a:t>Gridlines</a:t>
            </a:r>
            <a:r>
              <a:rPr lang="en-IN" dirty="0"/>
              <a:t> and </a:t>
            </a:r>
            <a:r>
              <a:rPr lang="en-IN" b="1" dirty="0"/>
              <a:t>Field buttons</a:t>
            </a:r>
            <a:r>
              <a:rPr lang="en-IN" dirty="0"/>
              <a:t> were removed from the charts for better visibility, </a:t>
            </a:r>
            <a:r>
              <a:rPr lang="en-IN" b="1" dirty="0"/>
              <a:t>Data labels </a:t>
            </a:r>
            <a:r>
              <a:rPr lang="en-IN" dirty="0"/>
              <a:t>were added, unwanted </a:t>
            </a:r>
            <a:r>
              <a:rPr lang="en-IN" b="1" dirty="0"/>
              <a:t>Axis</a:t>
            </a:r>
            <a:r>
              <a:rPr lang="en-IN" dirty="0"/>
              <a:t> and </a:t>
            </a:r>
            <a:r>
              <a:rPr lang="en-IN" b="1" dirty="0"/>
              <a:t>Legends</a:t>
            </a:r>
            <a:r>
              <a:rPr lang="en-IN" dirty="0"/>
              <a:t> were removed and </a:t>
            </a:r>
            <a:r>
              <a:rPr lang="en-IN" b="1" dirty="0"/>
              <a:t>Chart Titles </a:t>
            </a:r>
            <a:r>
              <a:rPr lang="en-IN" dirty="0"/>
              <a:t>were added for better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4007744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B79FC-221B-11C3-623A-6365B3E20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4. Data Visualisation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2254D-EB75-A776-55FC-ADAC62FCA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Chart types used for visualisation of matrices: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IN" b="1" u="sng" dirty="0"/>
              <a:t>Column Charts: 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IN" dirty="0"/>
              <a:t>Distribution of users across different price tiers.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IN" dirty="0"/>
              <a:t>Device usage trends across different age tiers: </a:t>
            </a:r>
          </a:p>
          <a:p>
            <a:pPr marL="1714500" lvl="3" indent="-342900">
              <a:buAutoNum type="alphaLcParenR"/>
            </a:pPr>
            <a:r>
              <a:rPr lang="en-IN" dirty="0"/>
              <a:t>By device preference and </a:t>
            </a:r>
          </a:p>
          <a:p>
            <a:pPr marL="1714500" lvl="3" indent="-342900">
              <a:buAutoNum type="alphaLcParenR"/>
            </a:pPr>
            <a:r>
              <a:rPr lang="en-IN" dirty="0"/>
              <a:t>By number(s) of device.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IN" dirty="0"/>
              <a:t>Percentage of loyalty points distributed across different age tiers and price tiers.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Count of users for their preferred payment method by region.</a:t>
            </a:r>
            <a:endParaRPr lang="en-IN" dirty="0"/>
          </a:p>
          <a:p>
            <a:pPr marL="914400" lvl="1" indent="-457200">
              <a:buFont typeface="+mj-lt"/>
              <a:buAutoNum type="alphaUcPeriod"/>
            </a:pPr>
            <a:r>
              <a:rPr lang="en-IN" b="1" u="sng" dirty="0"/>
              <a:t>Bar Charts: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Average watch hours per user across different age tiers.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Count of users for preferred genres by age tiers.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IN" dirty="0"/>
              <a:t>Count of users by their peak watch time.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Count of users for frequency of logins (last login month) and content downloads.</a:t>
            </a:r>
            <a:endParaRPr lang="en-IN" dirty="0"/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Count of users subscribed per </a:t>
            </a:r>
            <a:r>
              <a:rPr lang="en-IN" dirty="0"/>
              <a:t>country.</a:t>
            </a:r>
          </a:p>
        </p:txBody>
      </p:sp>
    </p:spTree>
    <p:extLst>
      <p:ext uri="{BB962C8B-B14F-4D97-AF65-F5344CB8AC3E}">
        <p14:creationId xmlns:p14="http://schemas.microsoft.com/office/powerpoint/2010/main" val="3764606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7E062-F5AD-156E-BABF-7E09BB50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4. Data Visualisation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85F48-CB00-2627-552D-159D3EE41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7225"/>
            <a:ext cx="10515600" cy="4351338"/>
          </a:xfrm>
        </p:spPr>
        <p:txBody>
          <a:bodyPr/>
          <a:lstStyle/>
          <a:p>
            <a:pPr marL="914400" lvl="1" indent="-457200">
              <a:buFont typeface="+mj-lt"/>
              <a:buAutoNum type="alphaUcPeriod" startAt="3"/>
            </a:pPr>
            <a:r>
              <a:rPr lang="en-IN" b="1" u="sng" dirty="0"/>
              <a:t>Doughnut Chart: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IN" dirty="0"/>
              <a:t>Distribution of users across different price tiers.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Count of users with their membership status (Active vs. Inactive).</a:t>
            </a:r>
          </a:p>
          <a:p>
            <a:pPr marL="914400" lvl="1" indent="-457200">
              <a:buFont typeface="+mj-lt"/>
              <a:buAutoNum type="alphaUcPeriod" startAt="4"/>
            </a:pPr>
            <a:r>
              <a:rPr lang="en-IN" b="1" u="sng" dirty="0"/>
              <a:t>Combo Chart(Data labels were not added for these type of charts):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Average of total movies vs. average of series watched per user across different age tiers.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Impact of recommended content on engagement by their watch hours across different age tiers.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User Impact on language preferences and their correlation with total watch hour and average of average watch hour.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3475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ECE80-0FC2-760E-80FD-B8A7D93F2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5. Dashboarding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1C190-0BD3-BDD4-F555-61A8428E4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5 New sheets have been added in the same workbook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b="1" dirty="0"/>
              <a:t>Dashboard_1: </a:t>
            </a:r>
            <a:r>
              <a:rPr lang="en-IN" dirty="0"/>
              <a:t>Subscription &amp; Revenue Analysis</a:t>
            </a:r>
            <a:r>
              <a:rPr lang="en-IN" b="1" dirty="0"/>
              <a:t>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b="1" dirty="0"/>
              <a:t>Dashboard_2: </a:t>
            </a:r>
            <a:r>
              <a:rPr lang="en-IN" dirty="0"/>
              <a:t>User Engagement Metrics</a:t>
            </a:r>
            <a:r>
              <a:rPr lang="en-IN" b="1" dirty="0"/>
              <a:t> 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b="1" dirty="0"/>
              <a:t>Dashboard_3: </a:t>
            </a:r>
            <a:r>
              <a:rPr lang="en-IN" dirty="0"/>
              <a:t>Demographic &amp; Behavioural Insights</a:t>
            </a:r>
            <a:r>
              <a:rPr lang="en-IN" b="1" dirty="0"/>
              <a:t>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b="1" dirty="0"/>
              <a:t>Dashboard_4: </a:t>
            </a:r>
            <a:r>
              <a:rPr lang="en-IN" dirty="0"/>
              <a:t>Retention &amp; Loyalty</a:t>
            </a:r>
            <a:r>
              <a:rPr lang="en-IN" b="1" dirty="0"/>
              <a:t>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b="1" dirty="0"/>
              <a:t>Dashboard_5: </a:t>
            </a:r>
            <a:r>
              <a:rPr lang="en-IN" dirty="0"/>
              <a:t>Payment Preferences &amp; Regional Trends </a:t>
            </a:r>
          </a:p>
          <a:p>
            <a:pPr marL="0" indent="0">
              <a:buNone/>
            </a:pPr>
            <a:r>
              <a:rPr lang="en-IN" dirty="0"/>
              <a:t>to prepare 5 dashboards each containing one categories of Key Matrices (mentioned in Slides 6 to 8)</a:t>
            </a:r>
          </a:p>
          <a:p>
            <a:pPr marL="0" indent="0">
              <a:buNone/>
            </a:pPr>
            <a:r>
              <a:rPr lang="en-IN" dirty="0"/>
              <a:t>I have prepared 5 dashboards instead of single dashboard for better visualisation and better interactive-ness.</a:t>
            </a:r>
          </a:p>
        </p:txBody>
      </p:sp>
    </p:spTree>
    <p:extLst>
      <p:ext uri="{BB962C8B-B14F-4D97-AF65-F5344CB8AC3E}">
        <p14:creationId xmlns:p14="http://schemas.microsoft.com/office/powerpoint/2010/main" val="487300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51A51-F5E7-3164-CAB5-29410C047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5. Dashboarding (Cont.)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47D516-263E-84DA-BF78-E8F475D7F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59" y="1497648"/>
            <a:ext cx="9759577" cy="4033519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4B88C521-0CF5-14F2-E3AD-33A401FCC3CB}"/>
              </a:ext>
            </a:extLst>
          </p:cNvPr>
          <p:cNvSpPr/>
          <p:nvPr/>
        </p:nvSpPr>
        <p:spPr>
          <a:xfrm>
            <a:off x="919480" y="2418079"/>
            <a:ext cx="1549400" cy="3113087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C25B8C-3988-0ECB-3E42-1D3C8E1EEAC7}"/>
              </a:ext>
            </a:extLst>
          </p:cNvPr>
          <p:cNvSpPr txBox="1"/>
          <p:nvPr/>
        </p:nvSpPr>
        <p:spPr>
          <a:xfrm>
            <a:off x="162560" y="5842000"/>
            <a:ext cx="52324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This area in Dashboard is assigned for switching between different dashboards in the workbook without the need for searching each and every sheet.</a:t>
            </a:r>
          </a:p>
        </p:txBody>
      </p:sp>
      <p:sp>
        <p:nvSpPr>
          <p:cNvPr id="25" name="Arrow: Up 24">
            <a:extLst>
              <a:ext uri="{FF2B5EF4-FFF2-40B4-BE49-F238E27FC236}">
                <a16:creationId xmlns:a16="http://schemas.microsoft.com/office/drawing/2014/main" id="{2441A550-E319-A21E-28BA-52AD11EF996D}"/>
              </a:ext>
            </a:extLst>
          </p:cNvPr>
          <p:cNvSpPr/>
          <p:nvPr/>
        </p:nvSpPr>
        <p:spPr>
          <a:xfrm>
            <a:off x="1526541" y="5531166"/>
            <a:ext cx="261619" cy="310833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3DDFEA-B2DB-D14C-B0E7-35A0608E1E57}"/>
              </a:ext>
            </a:extLst>
          </p:cNvPr>
          <p:cNvSpPr txBox="1"/>
          <p:nvPr/>
        </p:nvSpPr>
        <p:spPr>
          <a:xfrm>
            <a:off x="7660640" y="263485"/>
            <a:ext cx="4150361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Slicers were added and reported connection to all the key metrices for better interactive-ness.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426617A-F00B-E2DF-DA73-4FC1783BFF3E}"/>
              </a:ext>
            </a:extLst>
          </p:cNvPr>
          <p:cNvGrpSpPr/>
          <p:nvPr/>
        </p:nvGrpSpPr>
        <p:grpSpPr>
          <a:xfrm>
            <a:off x="8406190" y="1201101"/>
            <a:ext cx="949536" cy="1421882"/>
            <a:chOff x="8406190" y="1201101"/>
            <a:chExt cx="949536" cy="1421882"/>
          </a:xfrm>
        </p:grpSpPr>
        <p:sp>
          <p:nvSpPr>
            <p:cNvPr id="37" name="Arrow: Left-Up 36">
              <a:extLst>
                <a:ext uri="{FF2B5EF4-FFF2-40B4-BE49-F238E27FC236}">
                  <a16:creationId xmlns:a16="http://schemas.microsoft.com/office/drawing/2014/main" id="{43B54E9A-545D-E7D5-C4A3-A023C2093E9A}"/>
                </a:ext>
              </a:extLst>
            </p:cNvPr>
            <p:cNvSpPr/>
            <p:nvPr/>
          </p:nvSpPr>
          <p:spPr>
            <a:xfrm rot="13497904">
              <a:off x="8406190" y="1697876"/>
              <a:ext cx="949536" cy="925107"/>
            </a:xfrm>
            <a:prstGeom prst="leftUp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8" name="Arrow: Up 37">
              <a:extLst>
                <a:ext uri="{FF2B5EF4-FFF2-40B4-BE49-F238E27FC236}">
                  <a16:creationId xmlns:a16="http://schemas.microsoft.com/office/drawing/2014/main" id="{1A3A17A5-6EDD-A486-7377-26AB1A7F9696}"/>
                </a:ext>
              </a:extLst>
            </p:cNvPr>
            <p:cNvSpPr/>
            <p:nvPr/>
          </p:nvSpPr>
          <p:spPr>
            <a:xfrm rot="10800000">
              <a:off x="8768079" y="1201101"/>
              <a:ext cx="223521" cy="698818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9" name="Arrow: Up 38">
            <a:extLst>
              <a:ext uri="{FF2B5EF4-FFF2-40B4-BE49-F238E27FC236}">
                <a16:creationId xmlns:a16="http://schemas.microsoft.com/office/drawing/2014/main" id="{960B2098-93C9-F9B8-8266-56A4525D9951}"/>
              </a:ext>
            </a:extLst>
          </p:cNvPr>
          <p:cNvSpPr/>
          <p:nvPr/>
        </p:nvSpPr>
        <p:spPr>
          <a:xfrm rot="19009161">
            <a:off x="5977417" y="4249496"/>
            <a:ext cx="204162" cy="187960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EDDBF9-6EBB-0303-A3F8-9419A0574226}"/>
              </a:ext>
            </a:extLst>
          </p:cNvPr>
          <p:cNvSpPr txBox="1"/>
          <p:nvPr/>
        </p:nvSpPr>
        <p:spPr>
          <a:xfrm>
            <a:off x="6675120" y="5827714"/>
            <a:ext cx="52324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This area in Dashboard is assigned for data charts and key matrices.</a:t>
            </a:r>
          </a:p>
        </p:txBody>
      </p:sp>
    </p:spTree>
    <p:extLst>
      <p:ext uri="{BB962C8B-B14F-4D97-AF65-F5344CB8AC3E}">
        <p14:creationId xmlns:p14="http://schemas.microsoft.com/office/powerpoint/2010/main" val="233513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44C0C-CB85-842A-426C-FD14FD5B5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6840" y="2519045"/>
            <a:ext cx="270764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90986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104</TotalTime>
  <Words>1105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Streaming Service User Analysis</vt:lpstr>
      <vt:lpstr>Project Overview</vt:lpstr>
      <vt:lpstr>STEP 1. Data Understanding</vt:lpstr>
      <vt:lpstr>Step 2. Data Cleaning &amp; Error Handling</vt:lpstr>
      <vt:lpstr>Step 2. Data Cleaning &amp; Error Handling (cont.)</vt:lpstr>
      <vt:lpstr>Step 3. Data Summarization</vt:lpstr>
      <vt:lpstr>Step 3. Data Summarization (Cont.)</vt:lpstr>
      <vt:lpstr>Step 3. Data Summarization (Cont.)</vt:lpstr>
      <vt:lpstr>Step 4. Data Visualisation</vt:lpstr>
      <vt:lpstr>Step 4. Data Visualisation (Cont.)</vt:lpstr>
      <vt:lpstr>Step 4. Data Visualisation (Cont.)</vt:lpstr>
      <vt:lpstr>Step 5. Dashboarding</vt:lpstr>
      <vt:lpstr>Step 5. Dashboarding (Cont.)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Sundaram Samaddar</dc:creator>
  <cp:lastModifiedBy>Sundaram Samaddar</cp:lastModifiedBy>
  <cp:revision>2</cp:revision>
  <dcterms:created xsi:type="dcterms:W3CDTF">2025-09-11T19:06:04Z</dcterms:created>
  <dcterms:modified xsi:type="dcterms:W3CDTF">2025-09-17T09:38:00Z</dcterms:modified>
</cp:coreProperties>
</file>